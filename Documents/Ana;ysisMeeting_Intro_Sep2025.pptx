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8" r:id="rId5"/>
    <p:sldId id="259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58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EFF94-FDD0-496C-9667-0E06EB3E13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42FA9F-2996-4279-B2FF-97AEEFE358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B14428-838A-4548-A561-851118ECE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78034-8E61-48B4-BD0C-F4DEB231F5D3}" type="datetimeFigureOut">
              <a:rPr lang="en-CA" smtClean="0"/>
              <a:t>2025-09-10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782452-7015-4B74-A836-D1A3B60B7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75C7B8-EE27-40C5-8196-634A8CCDB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5A4BB-BB5F-48A7-8FC6-D8C50F39FBC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59844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4326E-9130-4022-8956-4FF4A64AB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7E4CAC-46B1-408D-887C-9EA72976D2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6F0E4F-7FD1-472A-818A-BF914FA09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78034-8E61-48B4-BD0C-F4DEB231F5D3}" type="datetimeFigureOut">
              <a:rPr lang="en-CA" smtClean="0"/>
              <a:t>2025-09-10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6FF8CD-0329-4554-8E2A-C50ABB784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6B7A2B-00A4-4ADD-AE4E-144F14968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5A4BB-BB5F-48A7-8FC6-D8C50F39FBC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02503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B5548-D014-47BF-91EC-06DDD4FB1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C8608C-FDFA-4918-A583-598E16A00B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2666D1-C79D-4B39-83CA-4B6140988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78034-8E61-48B4-BD0C-F4DEB231F5D3}" type="datetimeFigureOut">
              <a:rPr lang="en-CA" smtClean="0"/>
              <a:t>2025-09-10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639CF2-F43D-46F5-8B44-5C8FBDBF6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517B4F-25CB-43FB-AF9E-3E0568C6A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5A4BB-BB5F-48A7-8FC6-D8C50F39FBC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040500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DF6BB-6C00-4AE5-961B-4D3F19548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96B62B-6027-4DCF-867D-49399E679E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718874-BE4A-4612-B136-7F717EB307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FF9A59-47E8-4D06-9F71-8C1F2C31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78034-8E61-48B4-BD0C-F4DEB231F5D3}" type="datetimeFigureOut">
              <a:rPr lang="en-CA" smtClean="0"/>
              <a:t>2025-09-10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3A26C8-D547-40B2-9132-E6FE5B127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976509-B614-42D8-A1CF-3FA9F3F1C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5A4BB-BB5F-48A7-8FC6-D8C50F39FBC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768798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666F3-28C1-419D-8A1F-B2DC4BDC9B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F256E1-F6BF-42BA-BCC0-A277DB653D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4581CB-6340-47AB-B067-AB27193CC5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6FEF78-0C1F-47CE-80CF-CDA74CCCDE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4F8CDD-6490-49C6-B9DD-8B94710E05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AD5670-BDB9-4A81-86AB-C248E2CDC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78034-8E61-48B4-BD0C-F4DEB231F5D3}" type="datetimeFigureOut">
              <a:rPr lang="en-CA" smtClean="0"/>
              <a:t>2025-09-10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768CBE-9912-4274-8B42-1F58C6EE3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D82886-6A21-4FD5-83D9-77B0B6BAB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5A4BB-BB5F-48A7-8FC6-D8C50F39FBC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523608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5654E-9C68-45E1-9912-E6431B22C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83524B-1FE6-4B3E-A3F6-B1E3B3DB8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78034-8E61-48B4-BD0C-F4DEB231F5D3}" type="datetimeFigureOut">
              <a:rPr lang="en-CA" smtClean="0"/>
              <a:t>2025-09-10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330918-6A4D-45A0-8631-3DC4EC73A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4025-8DD8-4EC4-AD7B-7CB617C6C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5A4BB-BB5F-48A7-8FC6-D8C50F39FBC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436638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3FD77D-67ED-499A-B274-8F20E2314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78034-8E61-48B4-BD0C-F4DEB231F5D3}" type="datetimeFigureOut">
              <a:rPr lang="en-CA" smtClean="0"/>
              <a:t>2025-09-10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91120B-D57E-4580-B689-136B34958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D5E7B7-C878-425C-AA37-8B6BBD817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5A4BB-BB5F-48A7-8FC6-D8C50F39FBC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3537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6F604-3162-4EEE-8D0E-03A8E92AD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FC1919-B2B2-48BE-82F3-66F86A4815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341AFA-5BC0-423D-B5A1-F132050814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0E2171-7B15-4113-9E22-BEC9DC5A7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78034-8E61-48B4-BD0C-F4DEB231F5D3}" type="datetimeFigureOut">
              <a:rPr lang="en-CA" smtClean="0"/>
              <a:t>2025-09-10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11D4C7-5E6D-4C0E-8422-39A9A754A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56CD45-56C7-4439-8B45-72F3058D4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5A4BB-BB5F-48A7-8FC6-D8C50F39FBC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64521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32868-1B74-4561-80D3-23B2FDE40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E03FAD-B0CB-4937-A91E-3AC24E6047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2EE112-7419-4ACD-A43A-62A991062B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8711E2-4FE5-4CBF-B6AA-BD4885E17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78034-8E61-48B4-BD0C-F4DEB231F5D3}" type="datetimeFigureOut">
              <a:rPr lang="en-CA" smtClean="0"/>
              <a:t>2025-09-10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9ABFA8-A494-41FA-AE0F-D03323802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F2CFE7-864B-499D-B9A2-2F04A98EC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5A4BB-BB5F-48A7-8FC6-D8C50F39FBC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5906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4CB72-077E-4676-A138-D94A51E04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E9995C-E874-4838-B9DF-DBF235C801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AC1755-4DAB-4E78-868D-E7F2FFD3B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78034-8E61-48B4-BD0C-F4DEB231F5D3}" type="datetimeFigureOut">
              <a:rPr lang="en-CA" smtClean="0"/>
              <a:t>2025-09-10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5131FA-3418-45C4-9ECB-1798FF002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6B0D1A-5845-4332-AEA8-3CB1EABC4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5A4BB-BB5F-48A7-8FC6-D8C50F39FBC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261940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D9DE83-BDB3-42E0-AE87-CF47AB7ADE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394CA7-401E-4250-BF80-FAEFB1660F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D7D624-9920-4C62-8A0B-F0E82BFC0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78034-8E61-48B4-BD0C-F4DEB231F5D3}" type="datetimeFigureOut">
              <a:rPr lang="en-CA" smtClean="0"/>
              <a:t>2025-09-10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238967-6696-4201-A5B0-28C2BDAE1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100CBC-4959-47AC-976D-CC84DAE84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5A4BB-BB5F-48A7-8FC6-D8C50F39FBC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6232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3139AF-885F-40C6-8E43-FB3EDED21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ED6609-AC21-440E-8D36-BE29FD5CDC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3F8714-725A-4C41-ABE8-11EB5C9BAF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A78034-8E61-48B4-BD0C-F4DEB231F5D3}" type="datetimeFigureOut">
              <a:rPr lang="en-CA" smtClean="0"/>
              <a:t>2025-09-10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153DA7-39AE-487D-A8BD-E156720F4C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DFD6A8-7791-4045-AF02-8001278EA1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85A4BB-BB5F-48A7-8FC6-D8C50F39FBC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711625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renevav/UBC_MRI_Centre_AnalysisHub" TargetMode="External"/><Relationship Id="rId2" Type="http://schemas.openxmlformats.org/officeDocument/2006/relationships/hyperlink" Target="mailto:lees@phas.ubc.ca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633EA-557A-42EE-A3CA-66AB9B8044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09122"/>
            <a:ext cx="9144000" cy="2387600"/>
          </a:xfrm>
        </p:spPr>
        <p:txBody>
          <a:bodyPr/>
          <a:lstStyle/>
          <a:p>
            <a:r>
              <a:rPr lang="en-US" dirty="0"/>
              <a:t>Introduction and Review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CAC733-D443-4EFD-82B6-37044CDCD2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998662"/>
          </a:xfrm>
        </p:spPr>
        <p:txBody>
          <a:bodyPr>
            <a:normAutofit fontScale="92500" lnSpcReduction="20000"/>
          </a:bodyPr>
          <a:lstStyle/>
          <a:p>
            <a:r>
              <a:rPr lang="en-US" sz="3100" dirty="0"/>
              <a:t>Irene Vavasour</a:t>
            </a:r>
          </a:p>
          <a:p>
            <a:endParaRPr lang="en-US" dirty="0"/>
          </a:p>
          <a:p>
            <a:r>
              <a:rPr lang="en-US" dirty="0"/>
              <a:t>UBC MRI Research </a:t>
            </a:r>
            <a:r>
              <a:rPr lang="en-US" dirty="0" err="1"/>
              <a:t>centre</a:t>
            </a:r>
            <a:r>
              <a:rPr lang="en-US" dirty="0"/>
              <a:t> </a:t>
            </a:r>
          </a:p>
          <a:p>
            <a:r>
              <a:rPr lang="en-US" dirty="0"/>
              <a:t>Monthly analysis meeting</a:t>
            </a:r>
          </a:p>
          <a:p>
            <a:r>
              <a:rPr lang="en-US" dirty="0"/>
              <a:t>Sep 10, 2025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9120728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79DD5-813C-4B84-BE37-40983FFCA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774AE-EBE2-4573-B1FF-BB517EED84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Generally the 1</a:t>
            </a:r>
            <a:r>
              <a:rPr lang="en-US" baseline="30000" dirty="0"/>
              <a:t>st</a:t>
            </a:r>
            <a:r>
              <a:rPr lang="en-US" dirty="0"/>
              <a:t> Wednesday of the month</a:t>
            </a:r>
          </a:p>
          <a:p>
            <a:r>
              <a:rPr lang="en-US" dirty="0"/>
              <a:t>in person (CBH 3502) or zoom</a:t>
            </a:r>
          </a:p>
          <a:p>
            <a:r>
              <a:rPr lang="en-US" dirty="0"/>
              <a:t>covering topics of interest to the MRI community</a:t>
            </a:r>
          </a:p>
          <a:p>
            <a:r>
              <a:rPr lang="en-US" dirty="0"/>
              <a:t>mailing list for upcoming meetings</a:t>
            </a:r>
          </a:p>
          <a:p>
            <a:pPr lvl="1"/>
            <a:r>
              <a:rPr lang="en-US" dirty="0"/>
              <a:t>email </a:t>
            </a:r>
            <a:r>
              <a:rPr lang="en-US" dirty="0">
                <a:hlinkClick r:id="rId2"/>
              </a:rPr>
              <a:t>lees@phas.ubc.ca</a:t>
            </a:r>
            <a:r>
              <a:rPr lang="en-US" dirty="0"/>
              <a:t> to be added</a:t>
            </a:r>
          </a:p>
          <a:p>
            <a:r>
              <a:rPr lang="en-US" dirty="0"/>
              <a:t>prior presentations and some analysis code on </a:t>
            </a:r>
            <a:r>
              <a:rPr lang="en-US" dirty="0" err="1"/>
              <a:t>github</a:t>
            </a:r>
            <a:r>
              <a:rPr lang="en-US" dirty="0"/>
              <a:t> site</a:t>
            </a:r>
          </a:p>
          <a:p>
            <a:pPr lvl="1"/>
            <a:r>
              <a:rPr lang="en-CA" sz="1800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hlinkClick r:id="rId3"/>
              </a:rPr>
              <a:t>https://github.com/irenevav/UBC_MRI_Centre_AnalysisHub</a:t>
            </a:r>
            <a:endParaRPr lang="en-US" sz="1800" u="sng" dirty="0">
              <a:solidFill>
                <a:srgbClr val="0563C1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indent="0">
              <a:buNone/>
            </a:pPr>
            <a:endParaRPr lang="en-US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4082148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CD079-8C3C-49DE-882A-4FAF06720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7723" y="454238"/>
            <a:ext cx="7596553" cy="1799553"/>
          </a:xfrm>
        </p:spPr>
        <p:txBody>
          <a:bodyPr>
            <a:normAutofit/>
          </a:bodyPr>
          <a:lstStyle/>
          <a:p>
            <a:pPr algn="ctr"/>
            <a:r>
              <a:rPr lang="en-US" sz="5400" dirty="0"/>
              <a:t>Introduction of ourselves</a:t>
            </a:r>
            <a:endParaRPr lang="en-CA" sz="5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B97D49-3693-4F91-B9D2-BE0E0AAA42E1}"/>
              </a:ext>
            </a:extLst>
          </p:cNvPr>
          <p:cNvSpPr txBox="1"/>
          <p:nvPr/>
        </p:nvSpPr>
        <p:spPr>
          <a:xfrm>
            <a:off x="1406770" y="2365131"/>
            <a:ext cx="4704942" cy="29706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CA" sz="3200" dirty="0"/>
              <a:t> Name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CA" sz="3200" dirty="0"/>
              <a:t> Research Group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CA" sz="3200" dirty="0"/>
              <a:t> Areas of Interest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CA" sz="3200" dirty="0"/>
              <a:t> Topics you want covered</a:t>
            </a:r>
          </a:p>
        </p:txBody>
      </p:sp>
    </p:spTree>
    <p:extLst>
      <p:ext uri="{BB962C8B-B14F-4D97-AF65-F5344CB8AC3E}">
        <p14:creationId xmlns:p14="http://schemas.microsoft.com/office/powerpoint/2010/main" val="13797711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A1BC4-7EF6-43FB-856A-397BA066C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Previous Topics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70FD6-42CD-4850-AF60-FAE62EACB5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/>
          <a:lstStyle/>
          <a:p>
            <a:r>
              <a:rPr lang="en-US" dirty="0"/>
              <a:t>Segmentation</a:t>
            </a:r>
          </a:p>
          <a:p>
            <a:r>
              <a:rPr lang="en-US" dirty="0"/>
              <a:t>Registration</a:t>
            </a:r>
          </a:p>
          <a:p>
            <a:r>
              <a:rPr lang="en-US" dirty="0"/>
              <a:t>V-brain sequences</a:t>
            </a:r>
          </a:p>
          <a:p>
            <a:r>
              <a:rPr lang="en-US" dirty="0"/>
              <a:t>Artefacts</a:t>
            </a:r>
          </a:p>
          <a:p>
            <a:r>
              <a:rPr lang="en-US" dirty="0"/>
              <a:t>Analysis Methods</a:t>
            </a:r>
          </a:p>
          <a:p>
            <a:r>
              <a:rPr lang="en-US" dirty="0"/>
              <a:t>Data Formats</a:t>
            </a:r>
          </a:p>
          <a:p>
            <a:r>
              <a:rPr lang="en-US" dirty="0"/>
              <a:t>Types of Scans</a:t>
            </a:r>
          </a:p>
          <a:p>
            <a:r>
              <a:rPr lang="en-US" dirty="0"/>
              <a:t>Data Preprocessing</a:t>
            </a:r>
          </a:p>
          <a:p>
            <a:r>
              <a:rPr lang="en-US" dirty="0"/>
              <a:t>White Matter Hyperintensities</a:t>
            </a:r>
          </a:p>
          <a:p>
            <a:r>
              <a:rPr lang="en-US" dirty="0" err="1"/>
              <a:t>Streamlit</a:t>
            </a:r>
            <a:r>
              <a:rPr lang="en-US" dirty="0"/>
              <a:t> for Data Presentation</a:t>
            </a:r>
          </a:p>
          <a:p>
            <a:r>
              <a:rPr lang="en-US" dirty="0"/>
              <a:t>Analysis of Techniques</a:t>
            </a:r>
          </a:p>
          <a:p>
            <a:pPr lvl="1"/>
            <a:r>
              <a:rPr lang="en-US" dirty="0"/>
              <a:t>Diffusion Tensor Imaging</a:t>
            </a:r>
          </a:p>
          <a:p>
            <a:pPr lvl="1"/>
            <a:r>
              <a:rPr lang="en-US" dirty="0"/>
              <a:t>fMRI</a:t>
            </a:r>
          </a:p>
          <a:p>
            <a:pPr lvl="1"/>
            <a:r>
              <a:rPr lang="en-US" dirty="0"/>
              <a:t>Myelin Water Imaging</a:t>
            </a:r>
          </a:p>
          <a:p>
            <a:pPr lvl="1"/>
            <a:r>
              <a:rPr lang="en-US" dirty="0"/>
              <a:t>Arterial Spin Labeling</a:t>
            </a:r>
          </a:p>
          <a:p>
            <a:pPr lvl="1"/>
            <a:r>
              <a:rPr lang="en-CA" dirty="0"/>
              <a:t>Magnetisation Transfer</a:t>
            </a:r>
          </a:p>
          <a:p>
            <a:pPr lvl="1"/>
            <a:r>
              <a:rPr lang="en-CA" dirty="0"/>
              <a:t>Magnetic Resonance Spectroscopy</a:t>
            </a:r>
          </a:p>
          <a:p>
            <a:pPr lvl="1"/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4186212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ECD89-AB84-4315-A8B6-B486D3B37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 researchers want from these meetings?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DACAD-0475-4F69-9C4D-49AE47B26F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Chance to meet the rest of the MRI community</a:t>
            </a:r>
          </a:p>
          <a:p>
            <a:r>
              <a:rPr lang="en-US" dirty="0"/>
              <a:t>Help with problem solving</a:t>
            </a:r>
          </a:p>
          <a:p>
            <a:r>
              <a:rPr lang="en-US" dirty="0"/>
              <a:t>Interact with staff from the UBC MRI Research </a:t>
            </a:r>
            <a:r>
              <a:rPr lang="en-US" dirty="0" err="1"/>
              <a:t>centre</a:t>
            </a:r>
            <a:endParaRPr lang="en-US" dirty="0"/>
          </a:p>
          <a:p>
            <a:r>
              <a:rPr lang="en-US" dirty="0"/>
              <a:t>Training of researchers new to MRI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08233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2F3FF-ED9F-4821-A67F-94F10861C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 of interest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479CF7-B24B-47E5-AE47-A451A75EAE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Statistics</a:t>
            </a:r>
          </a:p>
          <a:p>
            <a:r>
              <a:rPr lang="en-CA" dirty="0"/>
              <a:t>Best practices</a:t>
            </a:r>
          </a:p>
          <a:p>
            <a:r>
              <a:rPr lang="en-CA" dirty="0"/>
              <a:t>Use of atlases</a:t>
            </a:r>
          </a:p>
          <a:p>
            <a:r>
              <a:rPr lang="en-CA" dirty="0"/>
              <a:t>Analysis of resting state fMRI</a:t>
            </a:r>
          </a:p>
          <a:p>
            <a:r>
              <a:rPr lang="en-CA" dirty="0"/>
              <a:t>Software packages: </a:t>
            </a:r>
            <a:r>
              <a:rPr lang="en-CA" dirty="0" err="1"/>
              <a:t>Freesurfer</a:t>
            </a:r>
            <a:r>
              <a:rPr lang="en-CA" dirty="0"/>
              <a:t>/ SPM/ FSL</a:t>
            </a:r>
          </a:p>
          <a:p>
            <a:r>
              <a:rPr lang="en-CA" dirty="0"/>
              <a:t>Use of AI in analysis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4842677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93863-171D-4EEE-9083-964842F95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Meeting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D358E7-D9A2-40EB-8682-5FA34E0A75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3822" y="2388333"/>
            <a:ext cx="9779977" cy="3036521"/>
          </a:xfrm>
        </p:spPr>
        <p:txBody>
          <a:bodyPr>
            <a:normAutofit/>
          </a:bodyPr>
          <a:lstStyle/>
          <a:p>
            <a:r>
              <a:rPr lang="en-US" sz="3200" dirty="0"/>
              <a:t>Wednesday Oct 1</a:t>
            </a:r>
            <a:r>
              <a:rPr lang="en-US" sz="3200" baseline="30000" dirty="0"/>
              <a:t>st</a:t>
            </a:r>
            <a:endParaRPr lang="en-US" sz="3200" dirty="0"/>
          </a:p>
          <a:p>
            <a:endParaRPr lang="en-US" sz="3200" dirty="0"/>
          </a:p>
          <a:p>
            <a:r>
              <a:rPr lang="en-US" sz="3200" dirty="0"/>
              <a:t>Topic: TBA</a:t>
            </a:r>
            <a:endParaRPr lang="en-CA" sz="3200" dirty="0"/>
          </a:p>
        </p:txBody>
      </p:sp>
    </p:spTree>
    <p:extLst>
      <p:ext uri="{BB962C8B-B14F-4D97-AF65-F5344CB8AC3E}">
        <p14:creationId xmlns:p14="http://schemas.microsoft.com/office/powerpoint/2010/main" val="23710194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209</Words>
  <Application>Microsoft Office PowerPoint</Application>
  <PresentationFormat>Widescreen</PresentationFormat>
  <Paragraphs>53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Introduction and Review</vt:lpstr>
      <vt:lpstr>Introduction</vt:lpstr>
      <vt:lpstr>Introduction of ourselves</vt:lpstr>
      <vt:lpstr>Previous Topics</vt:lpstr>
      <vt:lpstr>What do researchers want from these meetings?</vt:lpstr>
      <vt:lpstr>Topics of interest</vt:lpstr>
      <vt:lpstr>Next Meeting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and Review</dc:title>
  <dc:creator>Vavasour, Irene</dc:creator>
  <cp:lastModifiedBy>Vavasour, Irene</cp:lastModifiedBy>
  <cp:revision>4</cp:revision>
  <dcterms:created xsi:type="dcterms:W3CDTF">2025-09-08T21:59:53Z</dcterms:created>
  <dcterms:modified xsi:type="dcterms:W3CDTF">2025-09-10T18:25:12Z</dcterms:modified>
</cp:coreProperties>
</file>